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70" r:id="rId7"/>
    <p:sldId id="268" r:id="rId8"/>
    <p:sldId id="269" r:id="rId9"/>
    <p:sldId id="261" r:id="rId10"/>
    <p:sldId id="271" r:id="rId11"/>
    <p:sldId id="272" r:id="rId12"/>
    <p:sldId id="262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1E1E1E"/>
                </a:solidFill>
                <a:latin typeface="微软雅黑"/>
              </a:defRPr>
            </a:pPr>
            <a:r>
              <a:t>软件项目介绍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787878"/>
                </a:solidFill>
                <a:latin typeface="微软雅黑"/>
              </a:defRPr>
            </a:pPr>
            <a:r>
              <a:t>极简风格 · 技术驱动 · 团队协作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969696"/>
                </a:solidFill>
                <a:latin typeface="微软雅黑"/>
              </a:defRPr>
            </a:pPr>
            <a: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5755" y="7747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微软雅黑"/>
              </a:defRPr>
            </a:pPr>
            <a:r>
              <a:t>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4155" y="808990"/>
            <a:ext cx="11555730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  <a:latin typeface="微软雅黑"/>
              </a:defRPr>
            </a:pPr>
            <a:r>
              <a:t>• 项目名称：SKYvideoplayer</a:t>
            </a:r>
            <a:r>
              <a:rPr lang="zh-CN"/>
              <a:t>音视频播放器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  <a:latin typeface="微软雅黑"/>
              </a:defRPr>
            </a:pPr>
            <a:r>
              <a:t>• 项目目标：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  <a:latin typeface="微软雅黑"/>
              </a:defRPr>
            </a:pPr>
            <a:r>
              <a:rPr sz="1400"/>
              <a:t>基于 Qt6（QML）+ FFmpeg 自主研发一款跨平台桌面音视频播放器。以"流畅播放、音画同步、低资源占用"为核心目标，支持本地文件与网络流媒体播放，并提供完善的字幕、倍速、截图、播放列表等体验，打造一款功能完整、架构清晰、交互友好的播放器</a:t>
            </a:r>
            <a:endParaRPr sz="1400"/>
          </a:p>
          <a:p>
            <a:pPr algn="l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  <a:latin typeface="微软雅黑"/>
              </a:defRPr>
            </a:pPr>
            <a:r>
              <a:t>• 核心功能：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  <a:latin typeface="微软雅黑"/>
              </a:defRPr>
            </a:pPr>
            <a:r>
              <a:rPr sz="1600"/>
              <a:t>- 多线程流水线播放</a:t>
            </a:r>
            <a:r>
              <a:rPr lang="en-US" sz="1600"/>
              <a:t>,</a:t>
            </a:r>
            <a:r>
              <a:rPr sz="1600"/>
              <a:t>音画同步</a:t>
            </a:r>
            <a:r>
              <a:rPr lang="en-US" sz="1600"/>
              <a:t>,</a:t>
            </a:r>
            <a:r>
              <a:rPr sz="1600"/>
              <a:t>倍速播放  </a:t>
            </a:r>
            <a:r>
              <a:rPr lang="en-US" sz="1600"/>
              <a:t>,</a:t>
            </a:r>
            <a:r>
              <a:rPr sz="1600"/>
              <a:t>GPU 渲染 - 硬件解码  - 网络流播放  - 字幕与歌词  - 播放控制</a:t>
            </a:r>
            <a:r>
              <a:rPr lang="en-US" sz="1600"/>
              <a:t>.</a:t>
            </a:r>
            <a:r>
              <a:rPr sz="1600"/>
              <a:t>进度保存续播、多播放列表、播放模式切换、键盘快捷键、拖拽播放、深色/浅色主题、截图保存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微软雅黑"/>
              </a:defRPr>
            </a:pPr>
            <a:r>
              <a:t>技术框架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476375" y="1689100"/>
            <a:ext cx="4254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核心层和逻辑层采用</a:t>
            </a:r>
            <a:r>
              <a:rPr lang="en-US" altLang="zh-CN"/>
              <a:t>C++</a:t>
            </a:r>
            <a:r>
              <a:rPr lang="zh-CN" altLang="en-US"/>
              <a:t>，</a:t>
            </a:r>
            <a:r>
              <a:rPr lang="en-US" altLang="zh-CN"/>
              <a:t>FFMpeg,SDL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305560" y="3244850"/>
            <a:ext cx="4060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表现层主要采用</a:t>
            </a:r>
            <a:r>
              <a:rPr lang="en-US" altLang="zh-CN"/>
              <a:t> Qt6.qml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1365250" y="2140585"/>
            <a:ext cx="7800975" cy="916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FFmpeg 串起整条「解封装→解码→重采样→截图缩放」链路（含硬件加速与网络流），SDL2 只在最末端把重采样后的 PCM数据推给声卡。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微软雅黑"/>
              </a:defRPr>
            </a:pPr>
            <a:r>
              <a:t>关键技术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8165" y="1294130"/>
            <a:ext cx="9407525" cy="57543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 b="1">
                <a:solidFill>
                  <a:srgbClr val="8AB4F8"/>
                </a:solidFill>
                <a:latin typeface="monospace"/>
                <a:ea typeface="monospace"/>
              </a:rPr>
              <a:t>1. </a:t>
            </a:r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整体架构：多线程播放流水线</a:t>
            </a:r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采用经典「解复用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→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解码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→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渲染」三段式，线程间用线程安全队列解耦：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DemuxThread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读取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av_read_frame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→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按流分发到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PacketQueue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src/core/DemuxThread.cpp:87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独立解码线程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VideoDecodeThread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/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AudioDecodeThread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/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SubtitleDecodeThread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从队列取包、解码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→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送入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FrameQueue</a:t>
            </a:r>
            <a:endParaRPr lang="en-US" altLang="zh-CN" sz="1600">
              <a:solidFill>
                <a:srgbClr val="8AB4F8"/>
              </a:solidFill>
              <a:latin typeface="monospace"/>
              <a:ea typeface="monospace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视频由独立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displayLoop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显示线程驱动；音频由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SDL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回调驱动（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src/core/MediaEngine.cpp:1420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PacketQueue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FrameQueue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用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std::mutex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+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condition_variable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+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atomic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实现有界阻塞队列，支持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requestQuit()</a:t>
            </a:r>
            <a:endParaRPr lang="en-US" altLang="zh-CN" sz="1600">
              <a:solidFill>
                <a:srgbClr val="8AB4F8"/>
              </a:solidFill>
              <a:latin typeface="monospace"/>
              <a:ea typeface="monospace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唤醒阻塞线程做优雅退出（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src/core/PacketQueue.h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）。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en-US" altLang="zh-CN" sz="1600" b="1">
                <a:solidFill>
                  <a:srgbClr val="8AB4F8"/>
                </a:solidFill>
                <a:latin typeface="monospace"/>
                <a:ea typeface="monospace"/>
              </a:rPr>
              <a:t>2. </a:t>
            </a:r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音视频同步（核心难点）</a:t>
            </a:r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AVSyncController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以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音频时钟为主时钟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src/core/AVSyncController.cpp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）：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computeFrameDelay()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计算视频帧相对音频时钟的相位差，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&gt;40ms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阈值时丢帧或等待（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AVSyncController.cpp:36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音频时钟超过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1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秒未更新（网络缓冲中）时跳过同步，避免视频卡死（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:24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变速时用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实测音频推进速率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m_actualAudioRate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（指数平滑测量）替代固定倍速，让视频平滑跟随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微软雅黑"/>
              </a:defRPr>
            </a:pPr>
            <a:r>
              <a:rPr sz="1800"/>
              <a:t>关键技术</a:t>
            </a:r>
            <a:endParaRPr sz="1800"/>
          </a:p>
        </p:txBody>
      </p:sp>
      <p:sp>
        <p:nvSpPr>
          <p:cNvPr id="4" name="文本框 3"/>
          <p:cNvSpPr txBox="1"/>
          <p:nvPr/>
        </p:nvSpPr>
        <p:spPr>
          <a:xfrm>
            <a:off x="948055" y="1186815"/>
            <a:ext cx="8747760" cy="519176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1600" b="1">
                <a:solidFill>
                  <a:srgbClr val="8AB4F8"/>
                </a:solidFill>
                <a:latin typeface="monospace"/>
                <a:ea typeface="monospace"/>
              </a:rPr>
              <a:t>3. </a:t>
            </a:r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倍速播放（</a:t>
            </a:r>
            <a:r>
              <a:rPr lang="en-US" altLang="zh-CN" sz="1600" b="1">
                <a:solidFill>
                  <a:srgbClr val="8AB4F8"/>
                </a:solidFill>
                <a:latin typeface="monospace"/>
                <a:ea typeface="monospace"/>
              </a:rPr>
              <a:t>libsonic</a:t>
            </a:r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）</a:t>
            </a:r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用 </a:t>
            </a:r>
            <a:r>
              <a:rPr lang="en-US" altLang="zh-CN" sz="1600" b="1">
                <a:solidFill>
                  <a:srgbClr val="000000"/>
                </a:solidFill>
                <a:latin typeface="monospace"/>
                <a:ea typeface="monospace"/>
              </a:rPr>
              <a:t>libsonic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做保音高的时域伸缩（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time-stretch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），替代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ffmpeg atempo</a:t>
            </a:r>
            <a:endParaRPr lang="en-US" altLang="zh-CN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滤镜（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src/core/AudioDecodeThread.cpp:226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）：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音频解码帧先重采样为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S16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立体声，再写入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sonic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流；变速时按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sonicSetSpeed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实时伸缩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时钟用 </a:t>
            </a:r>
            <a:r>
              <a:rPr lang="en-US" altLang="zh-CN" sz="1600" b="1">
                <a:solidFill>
                  <a:srgbClr val="000000"/>
                </a:solidFill>
                <a:latin typeface="monospace"/>
                <a:ea typeface="monospace"/>
              </a:rPr>
              <a:t>FIFO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分段计算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AudioOutput.cpp:159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：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oldBytes*oldSpeed + newBytes*speed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），解决变速切换瞬间音画漂移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限制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0.5–2.0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倍（与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atempo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工作范围匹配），切换速度时冲刷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sonic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旧数据并重置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PTS</a:t>
            </a:r>
            <a:endParaRPr lang="en-US" altLang="zh-CN" sz="1600">
              <a:solidFill>
                <a:srgbClr val="000000"/>
              </a:solidFill>
              <a:latin typeface="monospace"/>
              <a:ea typeface="monospace"/>
            </a:endParaRPr>
          </a:p>
          <a:p>
            <a:endParaRPr lang="en-US" altLang="zh-CN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 </a:t>
            </a:r>
            <a:r>
              <a:rPr lang="en-US" altLang="zh-CN" sz="1600" b="1">
                <a:solidFill>
                  <a:srgbClr val="8AB4F8"/>
                </a:solidFill>
                <a:latin typeface="monospace"/>
                <a:ea typeface="monospace"/>
              </a:rPr>
              <a:t>4. GPU </a:t>
            </a:r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视频渲染（</a:t>
            </a:r>
            <a:r>
              <a:rPr lang="en-US" altLang="zh-CN" sz="1600" b="1">
                <a:solidFill>
                  <a:srgbClr val="8AB4F8"/>
                </a:solidFill>
                <a:latin typeface="monospace"/>
                <a:ea typeface="monospace"/>
              </a:rPr>
              <a:t>RHI + </a:t>
            </a:r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自定义着色器）</a:t>
            </a:r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VideoRenderItem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继承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QQuickRhiItem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，用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Qt6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的 </a:t>
            </a:r>
            <a:r>
              <a:rPr lang="en-US" altLang="zh-CN" sz="1600" b="1">
                <a:solidFill>
                  <a:srgbClr val="000000"/>
                </a:solidFill>
                <a:latin typeface="monospace"/>
                <a:ea typeface="monospace"/>
              </a:rPr>
              <a:t>RHI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抽象层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（跨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OpenGL/Vulkan/D3D/Metal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后端）渲染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YUV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三平面分别上传为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3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个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R8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纹理（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Y/U/V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），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片元着色器内做 </a:t>
            </a:r>
            <a:r>
              <a:rPr lang="en-US" altLang="zh-CN" sz="1600" b="1">
                <a:solidFill>
                  <a:srgbClr val="000000"/>
                </a:solidFill>
                <a:latin typeface="monospace"/>
                <a:ea typeface="monospace"/>
              </a:rPr>
              <a:t>BT.601 YUV→RGB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resources/shaders/yuv.frag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旋转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翻转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宽高比适配通过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MVP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矩阵在顶点着色阶段完成（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VideoRenderItem.cpp:176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的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mvpMatrix()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着色器用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qt6_add_shaders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GLSL→QSB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）编译，支持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90/180/270°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旋转与垂直翻转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7495" y="371475"/>
            <a:ext cx="1069848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微软雅黑"/>
              </a:defRPr>
            </a:pPr>
            <a:r>
              <a:rPr sz="3200"/>
              <a:t>关键技术</a:t>
            </a:r>
            <a:endParaRPr sz="3200"/>
          </a:p>
        </p:txBody>
      </p:sp>
      <p:sp>
        <p:nvSpPr>
          <p:cNvPr id="3" name="文本框 2"/>
          <p:cNvSpPr txBox="1"/>
          <p:nvPr/>
        </p:nvSpPr>
        <p:spPr>
          <a:xfrm>
            <a:off x="485140" y="910590"/>
            <a:ext cx="9598025" cy="557466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1600" b="1">
                <a:solidFill>
                  <a:srgbClr val="8AB4F8"/>
                </a:solidFill>
                <a:latin typeface="monospace"/>
                <a:ea typeface="monospace"/>
              </a:rPr>
              <a:t>5. </a:t>
            </a:r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硬件解码（启用时）</a:t>
            </a:r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ENABLE_HWACCEL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宏下，通过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libavutil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hwcontext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创建 </a:t>
            </a:r>
            <a:r>
              <a:rPr lang="en-US" altLang="zh-CN" sz="1600" b="1">
                <a:solidFill>
                  <a:srgbClr val="000000"/>
                </a:solidFill>
                <a:latin typeface="monospace"/>
                <a:ea typeface="monospace"/>
              </a:rPr>
              <a:t>VAAPI / D3D11VA / DXVA2 / VideoToolbox</a:t>
            </a:r>
            <a:endParaRPr lang="en-US" altLang="zh-CN" sz="1600" b="1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设备上下文（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MediaEngine.cpp:30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）；解码失败自动回退软件解码。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en-US" altLang="zh-CN" sz="1600" b="1">
                <a:solidFill>
                  <a:srgbClr val="8AB4F8"/>
                </a:solidFill>
                <a:latin typeface="monospace"/>
                <a:ea typeface="monospace"/>
              </a:rPr>
              <a:t>6. </a:t>
            </a:r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音频输出（</a:t>
            </a:r>
            <a:r>
              <a:rPr lang="en-US" altLang="zh-CN" sz="1600" b="1">
                <a:solidFill>
                  <a:srgbClr val="8AB4F8"/>
                </a:solidFill>
                <a:latin typeface="monospace"/>
                <a:ea typeface="monospace"/>
              </a:rPr>
              <a:t>SDL2</a:t>
            </a:r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）</a:t>
            </a:r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AudioOutput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用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SDL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回调模型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+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av_fifo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环形缓冲（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src/core/AudioOutput.cpp:173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）：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fillAudioFifo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从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FrameQueue</a:t>
            </a:r>
            <a:endParaRPr lang="en-US" altLang="zh-CN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灌入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FIFO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并维护音频时钟；回调里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SDL_MixAudioFormat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做音量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静音混音。采样率固定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44100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以减少重开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SDL</a:t>
            </a:r>
            <a:endParaRPr lang="en-US" altLang="zh-CN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的不稳定。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en-US" altLang="zh-CN" sz="1600" b="1">
                <a:solidFill>
                  <a:srgbClr val="8AB4F8"/>
                </a:solidFill>
                <a:latin typeface="monospace"/>
                <a:ea typeface="monospace"/>
              </a:rPr>
              <a:t>7. </a:t>
            </a:r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网络流播放</a:t>
            </a:r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支持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http/https/rtmp/rtsp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等；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NetworkStreamManager</a:t>
            </a:r>
            <a:endParaRPr lang="en-US" altLang="zh-CN" sz="1600">
              <a:solidFill>
                <a:srgbClr val="8AB4F8"/>
              </a:solidFill>
              <a:latin typeface="monospace"/>
              <a:ea typeface="monospace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设置超时、探测上限、自动重连（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NetworkStreamManager.cpp:22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异步初始化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：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QtConcurrent::run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+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QFutureWatcher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在后台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initFFmpeg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，不阻塞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UI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MediaEngine.cpp:483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interruptCallback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中断阻塞的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av_read_frame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（退出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切换时）；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seek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也在后台线程执行（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MediaEngine.cpp:573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缓冲状态检测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+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直播流判定（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duration&lt;=0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即直播，禁用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seek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微软雅黑"/>
              </a:defRPr>
            </a:pPr>
            <a:r>
              <a:t>关键技术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77850" y="1608455"/>
            <a:ext cx="8058150" cy="457454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1600" b="1">
                <a:solidFill>
                  <a:srgbClr val="8AB4F8"/>
                </a:solidFill>
                <a:latin typeface="monospace"/>
                <a:ea typeface="monospace"/>
              </a:rPr>
              <a:t>8. </a:t>
            </a:r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字幕与歌词</a:t>
            </a:r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内嵌字幕流解码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+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外挂 </a:t>
            </a:r>
            <a:r>
              <a:rPr lang="en-US" altLang="zh-CN" sz="1600" b="1">
                <a:solidFill>
                  <a:srgbClr val="000000"/>
                </a:solidFill>
                <a:latin typeface="monospace"/>
                <a:ea typeface="monospace"/>
              </a:rPr>
              <a:t>SRT/ASS/SSA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自动探测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movie.zh.srt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提取语言标签，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MediaEngine.cpp:1221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外挂字幕用被动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SubtitleDecodeThread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作查询容器；</a:t>
            </a:r>
            <a:r>
              <a:rPr lang="en-US" altLang="zh-CN" sz="1600" b="1">
                <a:solidFill>
                  <a:srgbClr val="000000"/>
                </a:solidFill>
                <a:latin typeface="monospace"/>
                <a:ea typeface="monospace"/>
              </a:rPr>
              <a:t>LRC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歌词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同名匹配并按时钟查询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en-US" altLang="zh-CN" sz="1600" b="1">
                <a:solidFill>
                  <a:srgbClr val="8AB4F8"/>
                </a:solidFill>
                <a:latin typeface="monospace"/>
                <a:ea typeface="monospace"/>
              </a:rPr>
              <a:t>9. </a:t>
            </a:r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其他关键技术</a:t>
            </a:r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截图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：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sws_scale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把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YUV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帧转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RGBA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存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PNG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VideoRenderItem.cpp:306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进度记忆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：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SettingsManager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单例（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QSettings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）保存进度，下次打开提示续播（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Applicationcontroller.cpp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多播放列表 </a:t>
            </a:r>
            <a:r>
              <a:rPr lang="en-US" altLang="zh-CN" sz="1600" b="1">
                <a:solidFill>
                  <a:srgbClr val="000000"/>
                </a:solidFill>
                <a:latin typeface="monospace"/>
                <a:ea typeface="monospace"/>
              </a:rPr>
              <a:t>+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历史记录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：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PlaylistModel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/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RecentFilesModel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，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JSON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持久化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国际化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：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QTranslator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+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.ts→.qm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自动编译，运行时切换语言（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CMakeLists.txt:89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-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构建系统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：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CMake +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qt6_add_qml_module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/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qt6_add_shaders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/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qt6_add_resources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，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PkgConfig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集成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FFmpeg/SDL2</a:t>
            </a:r>
            <a:endParaRPr lang="en-US" altLang="zh-CN" sz="1600">
              <a:solidFill>
                <a:srgbClr val="000000"/>
              </a:solidFill>
              <a:latin typeface="monospace"/>
              <a:ea typeface="monospac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微软雅黑"/>
              </a:defRPr>
            </a:pPr>
            <a:r>
              <a:rPr lang="zh-CN"/>
              <a:t>任务分工</a:t>
            </a:r>
            <a:endParaRPr lang="zh-CN"/>
          </a:p>
        </p:txBody>
      </p:sp>
      <p:sp>
        <p:nvSpPr>
          <p:cNvPr id="4" name="文本框 3"/>
          <p:cNvSpPr txBox="1"/>
          <p:nvPr/>
        </p:nvSpPr>
        <p:spPr>
          <a:xfrm>
            <a:off x="292100" y="1212215"/>
            <a:ext cx="10382885" cy="530987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一、周代森 </a:t>
            </a:r>
            <a:r>
              <a:rPr lang="en-US" altLang="zh-CN" sz="1600" b="1">
                <a:solidFill>
                  <a:srgbClr val="8AB4F8"/>
                </a:solidFill>
                <a:latin typeface="monospace"/>
                <a:ea typeface="monospace"/>
              </a:rPr>
              <a:t>—— </a:t>
            </a:r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核心引擎与架构（主要负责人）</a:t>
            </a:r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负责播放器的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底层架构、渲染、音画同步、网络流、硬件解码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，是技术核心人物：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1.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整体框架与流水线</a:t>
            </a:r>
            <a:endParaRPr lang="zh-CN" altLang="en-US" sz="1600" b="1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搭建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SKYvideoplayer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基础框架；将功能拆分为「解封装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音频播放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endParaRPr lang="en-US" altLang="zh-CN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视频播放」三个独立线程（</a:t>
            </a:r>
            <a:r>
              <a:rPr lang="zh-CN" altLang="en-US" sz="1600">
                <a:solidFill>
                  <a:srgbClr val="8AB4F8"/>
                </a:solidFill>
                <a:latin typeface="monospace"/>
                <a:ea typeface="monospace"/>
              </a:rPr>
              <a:t>功能拆分为解析、音频播放、视频播放三个独立线程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实现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openFile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、初步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UI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设计、暂停功能、窗口最大化与视频比例自适应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2.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音视频同步与倍速</a:t>
            </a:r>
            <a:endParaRPr lang="zh-CN" altLang="en-US" sz="1600" b="1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完善音视频同步逻辑（支持采样率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刷新率自适应）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明确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AVSyncController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职责、修复同步混乱；修复倍速切换音频丢弃、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PTS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计算、进度条归零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乱跳等问题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用 </a:t>
            </a:r>
            <a:r>
              <a:rPr lang="en-US" altLang="zh-CN" sz="1600" b="1">
                <a:solidFill>
                  <a:srgbClr val="000000"/>
                </a:solidFill>
                <a:latin typeface="monospace"/>
                <a:ea typeface="monospace"/>
              </a:rPr>
              <a:t>libsonic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替换 </a:t>
            </a:r>
            <a:r>
              <a:rPr lang="en-US" altLang="zh-CN" sz="1600" b="1">
                <a:solidFill>
                  <a:srgbClr val="000000"/>
                </a:solidFill>
                <a:latin typeface="monospace"/>
                <a:ea typeface="monospace"/>
              </a:rPr>
              <a:t>atempo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滤镜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修复倍速切换音画不同步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3. </a:t>
            </a:r>
            <a:r>
              <a:rPr lang="en-US" altLang="zh-CN" sz="1600" b="1">
                <a:solidFill>
                  <a:srgbClr val="000000"/>
                </a:solidFill>
                <a:latin typeface="monospace"/>
                <a:ea typeface="monospace"/>
              </a:rPr>
              <a:t>GPU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渲染（关键技术点）</a:t>
            </a:r>
            <a:endParaRPr lang="zh-CN" altLang="en-US" sz="1600" b="1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将渲染模块升级为 </a:t>
            </a:r>
            <a:r>
              <a:rPr lang="en-US" altLang="zh-CN" sz="1600" b="1">
                <a:solidFill>
                  <a:srgbClr val="000000"/>
                </a:solidFill>
                <a:latin typeface="monospace"/>
                <a:ea typeface="monospace"/>
              </a:rPr>
              <a:t>QRhi + R8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纹理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，把像素处理交给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GPU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</a:t>
            </a:r>
            <a:r>
              <a:rPr lang="zh-CN" altLang="en-US" sz="1600">
                <a:solidFill>
                  <a:srgbClr val="8AB4F8"/>
                </a:solidFill>
                <a:latin typeface="monospace"/>
                <a:ea typeface="monospace"/>
              </a:rPr>
              <a:t>更新渲染模块为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qrhi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修复黑屏、暂停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+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全屏画面尺寸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坐标异常；渲染修复纹理代码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4.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网络流播放</a:t>
            </a:r>
            <a:endParaRPr lang="zh-CN" altLang="en-US" sz="1600" b="1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初步实现网络流播放；用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QtConcurrent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后台执行加载与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seek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（避免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UI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卡死）；添加加载动画、中断回调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修复网络卡顿导致进度条异常、退出时资源抢占问题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5.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字幕 </a:t>
            </a:r>
            <a:r>
              <a:rPr lang="en-US" altLang="zh-CN" sz="1600" b="1">
                <a:solidFill>
                  <a:srgbClr val="000000"/>
                </a:solidFill>
                <a:latin typeface="monospace"/>
                <a:ea typeface="monospace"/>
              </a:rPr>
              <a:t>/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硬件解码 </a:t>
            </a:r>
            <a:r>
              <a:rPr lang="en-US" altLang="zh-CN" sz="1600" b="1">
                <a:solidFill>
                  <a:srgbClr val="000000"/>
                </a:solidFill>
                <a:latin typeface="monospace"/>
                <a:ea typeface="monospace"/>
              </a:rPr>
              <a:t>/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其他</a:t>
            </a:r>
            <a:endParaRPr lang="zh-CN" altLang="en-US" sz="1600" b="1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内嵌字幕读取、字幕线程类；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硬件解码支持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VAAPI/D3D11VA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等，无硬件时回退软解）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音频文件播放支持、封面与歌词显示、进度保存续播、精确休眠降低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CPU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、程序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logo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与图标、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QML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文件拆分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微软雅黑"/>
              </a:defRPr>
            </a:pPr>
            <a:r>
              <a:rPr lang="zh-CN" sz="1800"/>
              <a:t>任务分工</a:t>
            </a:r>
            <a:endParaRPr lang="zh-CN" sz="1800"/>
          </a:p>
        </p:txBody>
      </p:sp>
      <p:sp>
        <p:nvSpPr>
          <p:cNvPr id="3" name="文本框 2"/>
          <p:cNvSpPr txBox="1"/>
          <p:nvPr/>
        </p:nvSpPr>
        <p:spPr>
          <a:xfrm>
            <a:off x="187960" y="1209040"/>
            <a:ext cx="9979025" cy="5429250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二、李超 </a:t>
            </a:r>
            <a:r>
              <a:rPr lang="en-US" altLang="zh-CN" sz="1600" b="1">
                <a:solidFill>
                  <a:srgbClr val="8AB4F8"/>
                </a:solidFill>
                <a:latin typeface="monospace"/>
                <a:ea typeface="monospace"/>
              </a:rPr>
              <a:t>—— </a:t>
            </a:r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基础设施与播放控制</a:t>
            </a:r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负责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线程安全队列、控制器、音频管线、播放列表、倍速与字幕等基础模块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：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1.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核心数据结构（关键技术点）</a:t>
            </a:r>
            <a:endParaRPr lang="zh-CN" altLang="en-US" sz="1600" b="1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新增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PacketQueue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（线程安全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AVPacket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缓冲队列，解封装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→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解码）和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FrameQueue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（线程安全帧队列，解码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→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渲染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音频）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新增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ApplicationController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应用总控制器，协调各模块并向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QML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暴露接口；增强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AVSyncController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时钟同步逻辑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更新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AudioOutput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，实现从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FrameQueue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取音视频帧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2.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播放列表与进度</a:t>
            </a:r>
            <a:endParaRPr lang="zh-CN" altLang="en-US" sz="1600" b="1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列表显示、最近播放；列表读入同路径文件自动加入、右键清除；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Prev/Next</a:t>
            </a:r>
            <a:endParaRPr lang="en-US" altLang="zh-CN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按钮、播放模式切换（顺序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单曲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列表循环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随机）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初步实现进度条、进度追踪与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seek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精度、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PTS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基准校准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3.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倍速与音频</a:t>
            </a:r>
            <a:endParaRPr lang="zh-CN" altLang="en-US" sz="1600" b="1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初步实现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0.5/1/1.5/2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倍速；用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**FFmpeg Filter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管道（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ffplay</a:t>
            </a:r>
            <a:endParaRPr lang="en-US" altLang="zh-CN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方案）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**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优化倍速；优化倍速杂音、起始音画不同步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音量控制键与快捷键（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M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静音、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↑/↓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调节）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4.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字幕与设置</a:t>
            </a:r>
            <a:endParaRPr lang="zh-CN" altLang="en-US" sz="1600" b="1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实现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外挂字幕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加载，字幕流同步主时钟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新增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SettingsManager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集中管理偏好设置（字幕颜色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字体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位置）；新增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画面旋转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功能；崩溃修复（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seek</a:t>
            </a:r>
            <a:endParaRPr lang="en-US" altLang="zh-CN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后音频管线空指针等）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微软雅黑"/>
              </a:defRPr>
            </a:pPr>
            <a:r>
              <a:rPr lang="zh-CN" sz="1800"/>
              <a:t>任务分工</a:t>
            </a:r>
            <a:endParaRPr lang="zh-CN" sz="1800"/>
          </a:p>
        </p:txBody>
      </p:sp>
      <p:sp>
        <p:nvSpPr>
          <p:cNvPr id="3" name="文本框 2"/>
          <p:cNvSpPr txBox="1"/>
          <p:nvPr/>
        </p:nvSpPr>
        <p:spPr>
          <a:xfrm>
            <a:off x="1218565" y="1348105"/>
            <a:ext cx="8305800" cy="5185410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三、李成 </a:t>
            </a:r>
            <a:r>
              <a:rPr lang="en-US" altLang="zh-CN" sz="1600" b="1">
                <a:solidFill>
                  <a:srgbClr val="8AB4F8"/>
                </a:solidFill>
                <a:latin typeface="monospace"/>
                <a:ea typeface="monospace"/>
              </a:rPr>
              <a:t>—— UI/UX </a:t>
            </a:r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交互与体验</a:t>
            </a:r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专注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界面交互、主题、快捷键、历史记录等用户体验层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：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1.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主题与界面美化</a:t>
            </a:r>
            <a:endParaRPr lang="zh-CN" altLang="en-US" sz="1600" b="1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实现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浅色</a:t>
            </a:r>
            <a:r>
              <a:rPr lang="en-US" altLang="zh-CN" sz="1600" b="1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深色主题切换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C++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新增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theme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属性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+ QSettings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持久化，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6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个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QML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文件色值改为三元表达式绑定，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logo</a:t>
            </a:r>
            <a:endParaRPr lang="en-US" altLang="zh-CN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 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随主题切换）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首页与播放列表美化：毛玻璃效果、悬停高亮、序号、时长显示、按名称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时长排序；修复误触暂停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全屏等交互问题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2.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交互操作</a:t>
            </a:r>
            <a:endParaRPr lang="zh-CN" altLang="en-US" sz="1600" b="1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键盘快退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快进（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←/→ ±5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秒，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Ctrl+←/→ ±30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秒）；空格暂停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单击暂停、双击全屏（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250ms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延迟判定避免冲突）；控制栏与返回按钮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自动显隐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3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秒无操作隐藏）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拖拽视频文件到窗口播放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（多文件依次播放并加入历史）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3. 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历史记录面板</a:t>
            </a:r>
            <a:endParaRPr lang="zh-CN" altLang="en-US" sz="1600" b="1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欢迎界面「最近播放」列表（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QSettings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持久化，最多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10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条，双击重开）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RecentHistory.qml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整体重构：勾选批量删除、右键菜单删除、自动退出编辑模式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  -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修复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startThreads()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未重建 </a:t>
            </a:r>
            <a:r>
              <a:rPr lang="en-US" altLang="zh-CN" sz="1600">
                <a:solidFill>
                  <a:srgbClr val="8AB4F8"/>
                </a:solidFill>
                <a:latin typeface="monospace"/>
                <a:ea typeface="monospace"/>
              </a:rPr>
              <a:t>m_audioFrameQueue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导致的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seek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崩溃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微软雅黑"/>
              </a:defRPr>
            </a:pPr>
            <a:r>
              <a:t>开发心得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53085" y="1610995"/>
            <a:ext cx="8082915" cy="4448810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b="1">
                <a:solidFill>
                  <a:srgbClr val="8AB4F8"/>
                </a:solidFill>
                <a:latin typeface="monospace"/>
                <a:ea typeface="monospace"/>
              </a:rPr>
              <a:t>开发心得</a:t>
            </a:r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endParaRPr lang="zh-CN" altLang="en-US" sz="1600" b="1">
              <a:solidFill>
                <a:srgbClr val="8AB4F8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做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SKYvideoplayer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最大的体会是：</a:t>
            </a:r>
            <a:r>
              <a:rPr lang="zh-CN" altLang="en-US" sz="1600" b="1">
                <a:solidFill>
                  <a:srgbClr val="000000"/>
                </a:solidFill>
                <a:latin typeface="monospace"/>
                <a:ea typeface="monospace"/>
              </a:rPr>
              <a:t>架构先行，体验在后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。最初把解封装、解码、渲染拆成独立线程，用线程安全队列解耦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，看似繁琐，却让我们后来加网络流、硬件解码、倍速时几乎没动主干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——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好的流水线设计是后续一切功能的基础。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音画同步是最磨人的坑。音频时钟为主时钟、用实测推进速率做平滑渐变，比死磕固定倍速算法靠谱得多。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GPU</a:t>
            </a:r>
            <a:endParaRPr lang="en-US" altLang="zh-CN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 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渲染从软解转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QRhi 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也证明：把像素处理交给显卡，性能和代码都清爽。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最后一点是分工的价值。核心引擎、基础设施、交互体验三个人各司其职又互相衔接，比一个人全包要稳。技术难点（同步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 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、渲染）和体验细节（主题、快捷键）本就该分开打磨</a:t>
            </a:r>
            <a:r>
              <a:rPr lang="en-US" altLang="zh-CN" sz="1600">
                <a:solidFill>
                  <a:srgbClr val="000000"/>
                </a:solidFill>
                <a:latin typeface="monospace"/>
                <a:ea typeface="monospace"/>
              </a:rPr>
              <a:t>——</a:t>
            </a:r>
            <a:r>
              <a:rPr lang="zh-CN" altLang="en-US" sz="1600">
                <a:solidFill>
                  <a:srgbClr val="000000"/>
                </a:solidFill>
                <a:latin typeface="monospace"/>
                <a:ea typeface="monospace"/>
              </a:rPr>
              <a:t>这正是协作的意义。</a:t>
            </a:r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  <a:p>
            <a:endParaRPr lang="zh-CN" altLang="en-US" sz="1600">
              <a:solidFill>
                <a:srgbClr val="000000"/>
              </a:solidFill>
              <a:latin typeface="monospace"/>
              <a:ea typeface="monospa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5034</Words>
  <Application>WPS 演示</Application>
  <PresentationFormat>On-screen Show (4:3)</PresentationFormat>
  <Paragraphs>181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Calibri</vt:lpstr>
      <vt:lpstr>宋体</vt:lpstr>
      <vt:lpstr>方正书宋_GBK</vt:lpstr>
      <vt:lpstr>微软雅黑</vt:lpstr>
      <vt:lpstr>Arial Unicode MS</vt:lpstr>
      <vt:lpstr>monospace</vt:lpstr>
      <vt:lpstr>East Syriac Adiabene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root</cp:lastModifiedBy>
  <cp:revision>2</cp:revision>
  <dcterms:created xsi:type="dcterms:W3CDTF">2026-07-15T12:35:55Z</dcterms:created>
  <dcterms:modified xsi:type="dcterms:W3CDTF">2026-07-15T12:35:55Z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1E63D420BC60F830AB7E576A91370068_42</vt:lpwstr>
  </property>
  <property fmtid="{D5CDD505-2E9C-101B-9397-08002B2CF9AE}" pid="3" name="KSOProductBuildVer">
    <vt:lpwstr>2052-12.1.0.17900</vt:lpwstr>
  </property>
</Properties>
</file>